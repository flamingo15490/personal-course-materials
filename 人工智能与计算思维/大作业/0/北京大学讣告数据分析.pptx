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37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北京大学讣告数据分析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DCDC"/>
                </a:solidFill>
                <a:latin typeface="Microsoft YaHei"/>
              </a:defRPr>
            </a:pPr>
            <a:r>
              <a:t>基于门户网单位公告数据的系统性爬取与可视化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8C8"/>
                </a:solidFill>
                <a:latin typeface="Microsoft YaHei"/>
              </a:defRPr>
            </a:pPr>
            <a:r>
              <a:t>数据量：1042 条讣告  |  数据来源：portal.pku.edu.cn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01  数据采集方法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02  数据概览与统计摘要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03  享年岁数分析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04  职称/身份分布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05  院系分布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06  籍贯省份分布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07  本科就读院校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08  时间趋势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09  其他维度分析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Microsoft YaHei"/>
              </a:defRPr>
            </a:pPr>
            <a:r>
              <a:t>10  结论与总结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01  数据采集方法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9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Microsoft YaHei"/>
              </a:defRPr>
            </a:pPr>
            <a:r>
              <a:t>爬虫阶段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8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通过北京大学门户网后端API遍历全部21,807条单位公告，</a:t>
            </a:r>
            <a:br/>
            <a:r>
              <a:t>筛选标题含"讣"字的公告，获取每条讣告的HTML正文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3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Microsoft YaHei"/>
              </a:defRPr>
            </a:pPr>
            <a:r>
              <a:t>解析阶段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3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使用BeautifulSoup将HTML转为纯文本，通过正则表达式</a:t>
            </a:r>
            <a:br/>
            <a:r>
              <a:t>匹配关键模式提取姓名、生卒日期、职称、院系等字段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8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Microsoft YaHei"/>
              </a:defRPr>
            </a:pPr>
            <a:r>
              <a:t>分析阶段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89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使用Python (matplotlib, numpy, openpyxl) 进行</a:t>
            </a:r>
            <a:br/>
            <a:r>
              <a:t>数据统计、可视化和报告生成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02  数据概览与统计摘要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017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900" y="15621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1042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226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讣告总数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017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9620" y="15621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83.9岁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9620" y="226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平均享年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371600"/>
            <a:ext cx="3017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4340" y="15621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86.0岁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4340" y="226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中位享年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00400"/>
            <a:ext cx="3017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900" y="33909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32-106岁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089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享年范围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0"/>
            <a:ext cx="3017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9620" y="33909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632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9620" y="4089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男性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200400"/>
            <a:ext cx="3017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4340" y="33909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Microsoft YaHei"/>
              </a:defRPr>
            </a:pPr>
            <a:r>
              <a:t>161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4340" y="4089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女性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23232"/>
                </a:solidFill>
                <a:latin typeface="Microsoft YaHei"/>
              </a:defRPr>
            </a:pPr>
            <a:r>
              <a:t>字段覆盖率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姓名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96.5%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逝世日期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96.2%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享年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95.3%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职称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96.1%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院系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96.5%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本科院校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93.6%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籍贯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60.5%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Microsoft YaHei"/>
              </a:defRPr>
            </a:pPr>
            <a:r>
              <a:t>性别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76.1%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03  享年岁数分析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0953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平均享年 83.9 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中位享年 86.0 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最高享年 106 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最低享年 32 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标准差 10.1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大部分逝者享年在 75-95 岁之间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反映了北大教职工群体的较高平均寿命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04  职称/身份分布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l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430000" cy="51368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05  院系分布 Top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part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4237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传统基础学科院系讣告数量较多</a:t>
            </a:r>
            <a:br/>
            <a:r>
              <a:t>与院系历史和规模相关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06  籍贯省份分布 Top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vin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4237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北京籍占比最高</a:t>
            </a:r>
            <a:br/>
            <a:r>
              <a:t>与北京大学地处北京有关</a:t>
            </a:r>
            <a:br/>
            <a:r>
              <a:t>江浙沪等教育大省次之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07  本科就读院校 Top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hoo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4237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23232"/>
                </a:solidFill>
                <a:latin typeface="Microsoft YaHei"/>
              </a:defRPr>
            </a:pPr>
            <a:r>
              <a:t>北京大学自身校友占相当比例</a:t>
            </a:r>
            <a:br/>
            <a:r>
              <a:t>同时也吸引了清华、南开</a:t>
            </a:r>
            <a:br/>
            <a:r>
              <a:t>复旦等名校毕业生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08  时间趋势分析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4705339"/>
          </a:xfrm>
          <a:prstGeom prst="rect">
            <a:avLst/>
          </a:prstGeom>
        </p:spPr>
      </p:pic>
      <p:pic>
        <p:nvPicPr>
          <p:cNvPr id="5" name="Picture 4" descr="age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840480"/>
            <a:ext cx="11430000" cy="47053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09  其他维度分析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end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830741"/>
          </a:xfrm>
          <a:prstGeom prst="rect">
            <a:avLst/>
          </a:prstGeom>
        </p:spPr>
      </p:pic>
      <p:pic>
        <p:nvPicPr>
          <p:cNvPr id="5" name="Picture 4" descr="pku_work_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3657600" cy="2181251"/>
          </a:xfrm>
          <a:prstGeom prst="rect">
            <a:avLst/>
          </a:prstGeom>
        </p:spPr>
      </p:pic>
      <p:pic>
        <p:nvPicPr>
          <p:cNvPr id="6" name="Picture 5" descr="monthly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80160"/>
            <a:ext cx="3657600" cy="1815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  <a:latin typeface="Microsoft YaHei"/>
              </a:defRPr>
            </a:pPr>
            <a:r>
              <a:t>性别分布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  <a:latin typeface="Microsoft YaHei"/>
              </a:defRPr>
            </a:pPr>
            <a:r>
              <a:t>北大工作年限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  <a:latin typeface="Microsoft YaHei"/>
              </a:defRPr>
            </a:pPr>
            <a:r>
              <a:t>月份分布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392B"/>
                </a:solidFill>
                <a:latin typeface="Microsoft YaHei"/>
              </a:defRPr>
            </a:pPr>
            <a:r>
              <a:t>10  结论与总结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11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011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Microsoft YaHei"/>
              </a:defRPr>
            </a:pPr>
            <a:r>
              <a:t>享年分布：平均享年83.9岁，中位数86.0岁，体现较高平均寿命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783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783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Microsoft YaHei"/>
              </a:defRPr>
            </a:pPr>
            <a:r>
              <a:t>职称结构：教授/研究员占比最高，副教授和讲师/老师次之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556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556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Microsoft YaHei"/>
              </a:defRPr>
            </a:pPr>
            <a:r>
              <a:t>院系分布：传统基础学科院系讣告数量较多，与院系历史和规模相关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328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328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Microsoft YaHei"/>
              </a:defRPr>
            </a:pPr>
            <a:r>
              <a:t>籍贯分布：北京籍最多，江浙沪等教育大省次之，反映地域人才聚集效应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01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101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Microsoft YaHei"/>
              </a:defRPr>
            </a:pPr>
            <a:r>
              <a:t>趋势：近年讣告数量上升，平均享年总体平稳或略有增长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49240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873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873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  <a:latin typeface="Microsoft YaHei"/>
              </a:defRPr>
            </a:pPr>
            <a:r>
              <a:t>北大工作年限：大多数教职工在北大工作30年以上，体现深厚职业忠诚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C8C8"/>
                </a:solidFill>
                <a:latin typeface="Microsoft YaHei"/>
              </a:defRPr>
            </a:pPr>
            <a:r>
              <a:t>北京大学讣告数据分析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